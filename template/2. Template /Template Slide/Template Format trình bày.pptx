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/feVIVbFuoWwRTm8at7c5l2mr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/>
        </p:nvSpPr>
        <p:spPr>
          <a:xfrm>
            <a:off x="0" y="1"/>
            <a:ext cx="457200" cy="7383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‹#›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A black background with white text&#10;&#10;Description automatically generated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4538" y="44846"/>
            <a:ext cx="1968472" cy="64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-2512" y="738391"/>
            <a:ext cx="12192000" cy="1361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6"/>
          <p:cNvSpPr txBox="1"/>
          <p:nvPr/>
        </p:nvSpPr>
        <p:spPr>
          <a:xfrm>
            <a:off x="2349088" y="0"/>
            <a:ext cx="9004711" cy="998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t/>
            </a:r>
            <a:endParaRPr b="1" sz="44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drive/folders/1QaN1FrujJwaQUELz_i_d2vf5D87fXMPw?usp=sharin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24959" y="1520842"/>
            <a:ext cx="12167041" cy="1485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A6FF"/>
              </a:buClr>
              <a:buSzPts val="6000"/>
              <a:buFont typeface="Times New Roman"/>
              <a:buNone/>
            </a:pPr>
            <a:r>
              <a:rPr b="1" lang="en-US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Tên tiêu đề</a:t>
            </a:r>
            <a:endParaRPr b="1">
              <a:solidFill>
                <a:srgbClr val="2FA6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633684" y="310738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None/>
            </a:pPr>
            <a:r>
              <a:rPr b="1" lang="en-US" sz="3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Thuộc chủ đề gì</a:t>
            </a:r>
            <a:endParaRPr b="1" sz="3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34159" y="6488668"/>
            <a:ext cx="1199525" cy="374571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rgbClr val="8DA9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1348F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Data&amp;Code</a:t>
            </a:r>
            <a:endParaRPr sz="1600">
              <a:solidFill>
                <a:srgbClr val="1348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013449" y="5036429"/>
            <a:ext cx="377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Tên tác giả</a:t>
            </a:r>
            <a:endParaRPr b="1" sz="2400">
              <a:solidFill>
                <a:srgbClr val="BF9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white circle with black background&#10;&#10;AI-generated content may be incorrect."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1" y="77700"/>
            <a:ext cx="2550639" cy="100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2192000" cy="1134258"/>
          </a:xfrm>
          <a:prstGeom prst="rect">
            <a:avLst/>
          </a:prstGeom>
          <a:solidFill>
            <a:srgbClr val="53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 sz="6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6348" y="1481663"/>
            <a:ext cx="5647544" cy="998428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9050">
            <a:solidFill>
              <a:srgbClr val="BF9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</a:t>
            </a:r>
            <a:endParaRPr b="1" i="0" sz="3400" u="none" cap="none" strike="noStrike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88931" y="2874723"/>
            <a:ext cx="5071279" cy="947734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9050">
            <a:solidFill>
              <a:srgbClr val="BF9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2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76348" y="4296062"/>
            <a:ext cx="5083862" cy="947734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9050">
            <a:solidFill>
              <a:srgbClr val="BF9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3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09199" y="1333112"/>
            <a:ext cx="1443994" cy="315451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09199" y="2729283"/>
            <a:ext cx="1443994" cy="315451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2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09199" y="4125454"/>
            <a:ext cx="1443994" cy="315451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3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76348" y="5692233"/>
            <a:ext cx="5071279" cy="947734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9050">
            <a:solidFill>
              <a:srgbClr val="BF9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4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09199" y="5521625"/>
            <a:ext cx="1443994" cy="315451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4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337738" y="3176126"/>
            <a:ext cx="41759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các hình ảnh trong section để minh hoạ. Tới section nào in đậm section đó</a:t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95917" y="881230"/>
            <a:ext cx="60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slide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2777182" y="106175"/>
            <a:ext cx="6122772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</a:t>
            </a:r>
            <a:endParaRPr b="1" i="0" sz="3400" u="none" cap="none" strike="noStrike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2020-03-12T03:20:56Z</dcterms:created>
  <dc:creator>Dinh Vinh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2023-04-25T11:39:23Z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0d5f3e43-23a8-4a49-ae94-00ca286a0b61</vt:lpwstr>
  </property>
  <property fmtid="{D5CDD505-2E9C-101B-9397-08002B2CF9AE}" pid="7" name="MSIP_Label_defa4170-0d19-0005-0004-bc88714345d2_ActionId">
    <vt:lpwstr>136951cf-fc08-4d56-bcb4-8eb818cc7f75</vt:lpwstr>
  </property>
  <property fmtid="{D5CDD505-2E9C-101B-9397-08002B2CF9AE}" pid="8" name="MSIP_Label_defa4170-0d19-0005-0004-bc88714345d2_ContentBits">
    <vt:lpwstr>0</vt:lpwstr>
  </property>
</Properties>
</file>